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6" r:id="rId6"/>
    <p:sldId id="257" r:id="rId7"/>
    <p:sldId id="299" r:id="rId8"/>
    <p:sldId id="300" r:id="rId9"/>
    <p:sldId id="301" r:id="rId10"/>
    <p:sldId id="291" r:id="rId11"/>
    <p:sldId id="293" r:id="rId12"/>
    <p:sldId id="302" r:id="rId13"/>
    <p:sldId id="303" r:id="rId14"/>
    <p:sldId id="294" r:id="rId15"/>
    <p:sldId id="288" r:id="rId16"/>
    <p:sldId id="290" r:id="rId17"/>
    <p:sldId id="295" r:id="rId18"/>
    <p:sldId id="289" r:id="rId19"/>
    <p:sldId id="292" r:id="rId20"/>
    <p:sldId id="296" r:id="rId21"/>
    <p:sldId id="297" r:id="rId22"/>
    <p:sldId id="29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184F45-534F-406A-A59A-1F2007B4D0BA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143A6B7-B74E-4C9E-91E4-CF0A3F85EBB5}">
      <dgm:prSet/>
      <dgm:spPr/>
      <dgm:t>
        <a:bodyPr/>
        <a:lstStyle/>
        <a:p>
          <a:r>
            <a:rPr lang="en-GB"/>
            <a:t>Lana Vučen - voditelj</a:t>
          </a:r>
          <a:r>
            <a:rPr lang="hr-HR"/>
            <a:t>ca</a:t>
          </a:r>
          <a:r>
            <a:rPr lang="en-GB"/>
            <a:t>, frontend, dizajn</a:t>
          </a:r>
          <a:endParaRPr lang="en-US"/>
        </a:p>
      </dgm:t>
    </dgm:pt>
    <dgm:pt modelId="{8BD53C38-A176-4BD0-981A-59615DB1D385}" type="parTrans" cxnId="{AF09F899-1E59-471C-A5CE-3B364442BE84}">
      <dgm:prSet/>
      <dgm:spPr/>
      <dgm:t>
        <a:bodyPr/>
        <a:lstStyle/>
        <a:p>
          <a:endParaRPr lang="en-US"/>
        </a:p>
      </dgm:t>
    </dgm:pt>
    <dgm:pt modelId="{E5D5A96B-3226-4217-B0F8-ADB68A0E87C5}" type="sibTrans" cxnId="{AF09F899-1E59-471C-A5CE-3B364442BE84}">
      <dgm:prSet/>
      <dgm:spPr/>
      <dgm:t>
        <a:bodyPr/>
        <a:lstStyle/>
        <a:p>
          <a:endParaRPr lang="en-US"/>
        </a:p>
      </dgm:t>
    </dgm:pt>
    <dgm:pt modelId="{9EB0357C-2F45-4E30-A0A9-98E594B4D6EB}">
      <dgm:prSet/>
      <dgm:spPr/>
      <dgm:t>
        <a:bodyPr/>
        <a:lstStyle/>
        <a:p>
          <a:r>
            <a:rPr lang="en-GB"/>
            <a:t>Mihaela Novak - dokumentacija</a:t>
          </a:r>
          <a:endParaRPr lang="en-US"/>
        </a:p>
      </dgm:t>
    </dgm:pt>
    <dgm:pt modelId="{CC7E1F06-DB8D-460E-9224-541AB7A4E64B}" type="parTrans" cxnId="{3D403B88-5736-44FA-9F89-5ADFA4B69017}">
      <dgm:prSet/>
      <dgm:spPr/>
      <dgm:t>
        <a:bodyPr/>
        <a:lstStyle/>
        <a:p>
          <a:endParaRPr lang="en-US"/>
        </a:p>
      </dgm:t>
    </dgm:pt>
    <dgm:pt modelId="{0AA4A22E-2697-431C-AA1A-CB3A0B246FC7}" type="sibTrans" cxnId="{3D403B88-5736-44FA-9F89-5ADFA4B69017}">
      <dgm:prSet/>
      <dgm:spPr/>
      <dgm:t>
        <a:bodyPr/>
        <a:lstStyle/>
        <a:p>
          <a:endParaRPr lang="en-US"/>
        </a:p>
      </dgm:t>
    </dgm:pt>
    <dgm:pt modelId="{73549D11-12D4-4D9D-AAB1-33B312A44700}">
      <dgm:prSet/>
      <dgm:spPr/>
      <dgm:t>
        <a:bodyPr/>
        <a:lstStyle/>
        <a:p>
          <a:r>
            <a:rPr lang="en-GB"/>
            <a:t>Zvonimir Stracenski - frontend, dizajn</a:t>
          </a:r>
          <a:endParaRPr lang="en-US"/>
        </a:p>
      </dgm:t>
    </dgm:pt>
    <dgm:pt modelId="{C8A99075-AC11-439A-81B8-1599D52DF5BC}" type="parTrans" cxnId="{3838AA1E-EDA1-4A21-8475-2780BCDE463B}">
      <dgm:prSet/>
      <dgm:spPr/>
      <dgm:t>
        <a:bodyPr/>
        <a:lstStyle/>
        <a:p>
          <a:endParaRPr lang="en-US"/>
        </a:p>
      </dgm:t>
    </dgm:pt>
    <dgm:pt modelId="{5B277DE8-136C-465E-A476-C5281562664B}" type="sibTrans" cxnId="{3838AA1E-EDA1-4A21-8475-2780BCDE463B}">
      <dgm:prSet/>
      <dgm:spPr/>
      <dgm:t>
        <a:bodyPr/>
        <a:lstStyle/>
        <a:p>
          <a:endParaRPr lang="en-US"/>
        </a:p>
      </dgm:t>
    </dgm:pt>
    <dgm:pt modelId="{5349EB33-7DE7-4FBF-9150-22A58C21D994}">
      <dgm:prSet/>
      <dgm:spPr/>
      <dgm:t>
        <a:bodyPr/>
        <a:lstStyle/>
        <a:p>
          <a:r>
            <a:rPr lang="en-GB"/>
            <a:t>Jan Volenec - backend, baza podataka</a:t>
          </a:r>
          <a:endParaRPr lang="en-US"/>
        </a:p>
      </dgm:t>
    </dgm:pt>
    <dgm:pt modelId="{C72F4EC6-91A1-4AE4-87B7-5618A36D8D12}" type="parTrans" cxnId="{5A6D9883-DA05-4200-8C42-DF8F6B088443}">
      <dgm:prSet/>
      <dgm:spPr/>
      <dgm:t>
        <a:bodyPr/>
        <a:lstStyle/>
        <a:p>
          <a:endParaRPr lang="en-US"/>
        </a:p>
      </dgm:t>
    </dgm:pt>
    <dgm:pt modelId="{32E5239F-D230-459E-BD20-003ED22A9068}" type="sibTrans" cxnId="{5A6D9883-DA05-4200-8C42-DF8F6B088443}">
      <dgm:prSet/>
      <dgm:spPr/>
      <dgm:t>
        <a:bodyPr/>
        <a:lstStyle/>
        <a:p>
          <a:endParaRPr lang="en-US"/>
        </a:p>
      </dgm:t>
    </dgm:pt>
    <dgm:pt modelId="{4FA0E565-8B1E-439F-9455-76600A16A3BE}">
      <dgm:prSet/>
      <dgm:spPr/>
      <dgm:t>
        <a:bodyPr/>
        <a:lstStyle/>
        <a:p>
          <a:r>
            <a:rPr lang="en-GB"/>
            <a:t>Mislav Putarek - backend, baza podataka</a:t>
          </a:r>
          <a:endParaRPr lang="en-US"/>
        </a:p>
      </dgm:t>
    </dgm:pt>
    <dgm:pt modelId="{D158FDF4-F85F-4C1F-95B4-7278485766E6}" type="parTrans" cxnId="{282F0072-7ED3-4BD3-AF7E-E4A093153E59}">
      <dgm:prSet/>
      <dgm:spPr/>
      <dgm:t>
        <a:bodyPr/>
        <a:lstStyle/>
        <a:p>
          <a:endParaRPr lang="en-US"/>
        </a:p>
      </dgm:t>
    </dgm:pt>
    <dgm:pt modelId="{6BE80DA6-4942-4F9C-8B17-0DB4D6BB4DC4}" type="sibTrans" cxnId="{282F0072-7ED3-4BD3-AF7E-E4A093153E59}">
      <dgm:prSet/>
      <dgm:spPr/>
      <dgm:t>
        <a:bodyPr/>
        <a:lstStyle/>
        <a:p>
          <a:endParaRPr lang="en-US"/>
        </a:p>
      </dgm:t>
    </dgm:pt>
    <dgm:pt modelId="{AD70EFBC-1568-440B-B598-3AA448C1925F}">
      <dgm:prSet/>
      <dgm:spPr/>
      <dgm:t>
        <a:bodyPr/>
        <a:lstStyle/>
        <a:p>
          <a:r>
            <a:rPr lang="en-GB"/>
            <a:t>Andrija Janušić - backend, baza podataka</a:t>
          </a:r>
          <a:endParaRPr lang="en-US"/>
        </a:p>
      </dgm:t>
    </dgm:pt>
    <dgm:pt modelId="{D7EBD743-CC1F-4C78-85B1-16E926270F60}" type="parTrans" cxnId="{BD60B58B-1C3B-4D48-9902-27EB02A2102F}">
      <dgm:prSet/>
      <dgm:spPr/>
      <dgm:t>
        <a:bodyPr/>
        <a:lstStyle/>
        <a:p>
          <a:endParaRPr lang="en-US"/>
        </a:p>
      </dgm:t>
    </dgm:pt>
    <dgm:pt modelId="{2B494587-A2CF-45CF-921D-CFD69A17908E}" type="sibTrans" cxnId="{BD60B58B-1C3B-4D48-9902-27EB02A2102F}">
      <dgm:prSet/>
      <dgm:spPr/>
      <dgm:t>
        <a:bodyPr/>
        <a:lstStyle/>
        <a:p>
          <a:endParaRPr lang="en-US"/>
        </a:p>
      </dgm:t>
    </dgm:pt>
    <dgm:pt modelId="{9319956C-9F8C-4172-B219-45FB8721D41C}">
      <dgm:prSet/>
      <dgm:spPr/>
      <dgm:t>
        <a:bodyPr/>
        <a:lstStyle/>
        <a:p>
          <a:r>
            <a:rPr lang="en-GB"/>
            <a:t>Nikola Simunić - dokumentacija</a:t>
          </a:r>
          <a:endParaRPr lang="en-US"/>
        </a:p>
      </dgm:t>
    </dgm:pt>
    <dgm:pt modelId="{DEA5125C-D8C1-4EEC-B0A6-A46C68647855}" type="parTrans" cxnId="{FECFE193-B1C0-4F41-89D8-10CB32644292}">
      <dgm:prSet/>
      <dgm:spPr/>
      <dgm:t>
        <a:bodyPr/>
        <a:lstStyle/>
        <a:p>
          <a:endParaRPr lang="en-US"/>
        </a:p>
      </dgm:t>
    </dgm:pt>
    <dgm:pt modelId="{15F5D110-A2FB-48E6-916E-A2FA571BF9FB}" type="sibTrans" cxnId="{FECFE193-B1C0-4F41-89D8-10CB32644292}">
      <dgm:prSet/>
      <dgm:spPr/>
      <dgm:t>
        <a:bodyPr/>
        <a:lstStyle/>
        <a:p>
          <a:endParaRPr lang="en-US"/>
        </a:p>
      </dgm:t>
    </dgm:pt>
    <dgm:pt modelId="{637D6ED7-AEF0-4D9D-9E7B-30E48E14A11A}" type="pres">
      <dgm:prSet presAssocID="{35184F45-534F-406A-A59A-1F2007B4D0BA}" presName="linear" presStyleCnt="0">
        <dgm:presLayoutVars>
          <dgm:animLvl val="lvl"/>
          <dgm:resizeHandles val="exact"/>
        </dgm:presLayoutVars>
      </dgm:prSet>
      <dgm:spPr/>
    </dgm:pt>
    <dgm:pt modelId="{212BE50C-BF88-4464-A93C-048D72830C81}" type="pres">
      <dgm:prSet presAssocID="{F143A6B7-B74E-4C9E-91E4-CF0A3F85EBB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3E0E689-2D8A-4CAE-ACDF-5D18B84E17FA}" type="pres">
      <dgm:prSet presAssocID="{E5D5A96B-3226-4217-B0F8-ADB68A0E87C5}" presName="spacer" presStyleCnt="0"/>
      <dgm:spPr/>
    </dgm:pt>
    <dgm:pt modelId="{DBF3048A-3C97-43C2-A526-784618F9794E}" type="pres">
      <dgm:prSet presAssocID="{9EB0357C-2F45-4E30-A0A9-98E594B4D6E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BF8611-DF8E-4ADE-A1A9-0EB422B340EC}" type="pres">
      <dgm:prSet presAssocID="{0AA4A22E-2697-431C-AA1A-CB3A0B246FC7}" presName="spacer" presStyleCnt="0"/>
      <dgm:spPr/>
    </dgm:pt>
    <dgm:pt modelId="{12099492-C14C-49F3-A100-54C15C47A36B}" type="pres">
      <dgm:prSet presAssocID="{73549D11-12D4-4D9D-AAB1-33B312A4470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74D517B-2A67-4D36-AA5F-5CE10953410D}" type="pres">
      <dgm:prSet presAssocID="{5B277DE8-136C-465E-A476-C5281562664B}" presName="spacer" presStyleCnt="0"/>
      <dgm:spPr/>
    </dgm:pt>
    <dgm:pt modelId="{DE4832AE-09DD-433B-A1CE-CFC43BE81CE8}" type="pres">
      <dgm:prSet presAssocID="{5349EB33-7DE7-4FBF-9150-22A58C21D99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35C0D33-6617-4AB4-96C3-D3599276AF7D}" type="pres">
      <dgm:prSet presAssocID="{32E5239F-D230-459E-BD20-003ED22A9068}" presName="spacer" presStyleCnt="0"/>
      <dgm:spPr/>
    </dgm:pt>
    <dgm:pt modelId="{0400E535-1660-4339-B111-B9BF858C6C70}" type="pres">
      <dgm:prSet presAssocID="{4FA0E565-8B1E-439F-9455-76600A16A3B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FA9E2DB-4754-48CA-8A43-1529E309D627}" type="pres">
      <dgm:prSet presAssocID="{6BE80DA6-4942-4F9C-8B17-0DB4D6BB4DC4}" presName="spacer" presStyleCnt="0"/>
      <dgm:spPr/>
    </dgm:pt>
    <dgm:pt modelId="{7A600F0D-CF0A-4BC9-B8EF-05F03B164A96}" type="pres">
      <dgm:prSet presAssocID="{AD70EFBC-1568-440B-B598-3AA448C1925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4BC069B-2D42-48FB-B7E1-0F278EBB5E59}" type="pres">
      <dgm:prSet presAssocID="{2B494587-A2CF-45CF-921D-CFD69A17908E}" presName="spacer" presStyleCnt="0"/>
      <dgm:spPr/>
    </dgm:pt>
    <dgm:pt modelId="{C4550413-4DF4-4C4B-844A-26F13F5033DF}" type="pres">
      <dgm:prSet presAssocID="{9319956C-9F8C-4172-B219-45FB8721D41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1CF810E-96D7-490A-9E5A-D68D48643EA3}" type="presOf" srcId="{AD70EFBC-1568-440B-B598-3AA448C1925F}" destId="{7A600F0D-CF0A-4BC9-B8EF-05F03B164A96}" srcOrd="0" destOrd="0" presId="urn:microsoft.com/office/officeart/2005/8/layout/vList2"/>
    <dgm:cxn modelId="{51C39613-34C7-4B26-A0BA-BF056C9AD6BC}" type="presOf" srcId="{F143A6B7-B74E-4C9E-91E4-CF0A3F85EBB5}" destId="{212BE50C-BF88-4464-A93C-048D72830C81}" srcOrd="0" destOrd="0" presId="urn:microsoft.com/office/officeart/2005/8/layout/vList2"/>
    <dgm:cxn modelId="{DCC91418-1993-45DB-B6DD-69B1EE394E5F}" type="presOf" srcId="{5349EB33-7DE7-4FBF-9150-22A58C21D994}" destId="{DE4832AE-09DD-433B-A1CE-CFC43BE81CE8}" srcOrd="0" destOrd="0" presId="urn:microsoft.com/office/officeart/2005/8/layout/vList2"/>
    <dgm:cxn modelId="{3838AA1E-EDA1-4A21-8475-2780BCDE463B}" srcId="{35184F45-534F-406A-A59A-1F2007B4D0BA}" destId="{73549D11-12D4-4D9D-AAB1-33B312A44700}" srcOrd="2" destOrd="0" parTransId="{C8A99075-AC11-439A-81B8-1599D52DF5BC}" sibTransId="{5B277DE8-136C-465E-A476-C5281562664B}"/>
    <dgm:cxn modelId="{861ECF33-90B4-4021-8308-C60F42FFBFC8}" type="presOf" srcId="{9EB0357C-2F45-4E30-A0A9-98E594B4D6EB}" destId="{DBF3048A-3C97-43C2-A526-784618F9794E}" srcOrd="0" destOrd="0" presId="urn:microsoft.com/office/officeart/2005/8/layout/vList2"/>
    <dgm:cxn modelId="{31EAD251-24E0-46B1-967B-39394175353A}" type="presOf" srcId="{35184F45-534F-406A-A59A-1F2007B4D0BA}" destId="{637D6ED7-AEF0-4D9D-9E7B-30E48E14A11A}" srcOrd="0" destOrd="0" presId="urn:microsoft.com/office/officeart/2005/8/layout/vList2"/>
    <dgm:cxn modelId="{282F0072-7ED3-4BD3-AF7E-E4A093153E59}" srcId="{35184F45-534F-406A-A59A-1F2007B4D0BA}" destId="{4FA0E565-8B1E-439F-9455-76600A16A3BE}" srcOrd="4" destOrd="0" parTransId="{D158FDF4-F85F-4C1F-95B4-7278485766E6}" sibTransId="{6BE80DA6-4942-4F9C-8B17-0DB4D6BB4DC4}"/>
    <dgm:cxn modelId="{5A6D9883-DA05-4200-8C42-DF8F6B088443}" srcId="{35184F45-534F-406A-A59A-1F2007B4D0BA}" destId="{5349EB33-7DE7-4FBF-9150-22A58C21D994}" srcOrd="3" destOrd="0" parTransId="{C72F4EC6-91A1-4AE4-87B7-5618A36D8D12}" sibTransId="{32E5239F-D230-459E-BD20-003ED22A9068}"/>
    <dgm:cxn modelId="{3D403B88-5736-44FA-9F89-5ADFA4B69017}" srcId="{35184F45-534F-406A-A59A-1F2007B4D0BA}" destId="{9EB0357C-2F45-4E30-A0A9-98E594B4D6EB}" srcOrd="1" destOrd="0" parTransId="{CC7E1F06-DB8D-460E-9224-541AB7A4E64B}" sibTransId="{0AA4A22E-2697-431C-AA1A-CB3A0B246FC7}"/>
    <dgm:cxn modelId="{BD60B58B-1C3B-4D48-9902-27EB02A2102F}" srcId="{35184F45-534F-406A-A59A-1F2007B4D0BA}" destId="{AD70EFBC-1568-440B-B598-3AA448C1925F}" srcOrd="5" destOrd="0" parTransId="{D7EBD743-CC1F-4C78-85B1-16E926270F60}" sibTransId="{2B494587-A2CF-45CF-921D-CFD69A17908E}"/>
    <dgm:cxn modelId="{FECFE193-B1C0-4F41-89D8-10CB32644292}" srcId="{35184F45-534F-406A-A59A-1F2007B4D0BA}" destId="{9319956C-9F8C-4172-B219-45FB8721D41C}" srcOrd="6" destOrd="0" parTransId="{DEA5125C-D8C1-4EEC-B0A6-A46C68647855}" sibTransId="{15F5D110-A2FB-48E6-916E-A2FA571BF9FB}"/>
    <dgm:cxn modelId="{AF09F899-1E59-471C-A5CE-3B364442BE84}" srcId="{35184F45-534F-406A-A59A-1F2007B4D0BA}" destId="{F143A6B7-B74E-4C9E-91E4-CF0A3F85EBB5}" srcOrd="0" destOrd="0" parTransId="{8BD53C38-A176-4BD0-981A-59615DB1D385}" sibTransId="{E5D5A96B-3226-4217-B0F8-ADB68A0E87C5}"/>
    <dgm:cxn modelId="{FC67F3A1-E5C8-4209-8DAC-A569CEF0A694}" type="presOf" srcId="{4FA0E565-8B1E-439F-9455-76600A16A3BE}" destId="{0400E535-1660-4339-B111-B9BF858C6C70}" srcOrd="0" destOrd="0" presId="urn:microsoft.com/office/officeart/2005/8/layout/vList2"/>
    <dgm:cxn modelId="{856ABAC6-E6E0-4139-8AC0-689B96637008}" type="presOf" srcId="{73549D11-12D4-4D9D-AAB1-33B312A44700}" destId="{12099492-C14C-49F3-A100-54C15C47A36B}" srcOrd="0" destOrd="0" presId="urn:microsoft.com/office/officeart/2005/8/layout/vList2"/>
    <dgm:cxn modelId="{56AA2FDE-A803-4C2B-8279-FE15B87BBD23}" type="presOf" srcId="{9319956C-9F8C-4172-B219-45FB8721D41C}" destId="{C4550413-4DF4-4C4B-844A-26F13F5033DF}" srcOrd="0" destOrd="0" presId="urn:microsoft.com/office/officeart/2005/8/layout/vList2"/>
    <dgm:cxn modelId="{4DB5041E-9068-435A-B5E7-059703E0056B}" type="presParOf" srcId="{637D6ED7-AEF0-4D9D-9E7B-30E48E14A11A}" destId="{212BE50C-BF88-4464-A93C-048D72830C81}" srcOrd="0" destOrd="0" presId="urn:microsoft.com/office/officeart/2005/8/layout/vList2"/>
    <dgm:cxn modelId="{C2EA334C-1198-40F9-A3B6-28DDC5D7793C}" type="presParOf" srcId="{637D6ED7-AEF0-4D9D-9E7B-30E48E14A11A}" destId="{63E0E689-2D8A-4CAE-ACDF-5D18B84E17FA}" srcOrd="1" destOrd="0" presId="urn:microsoft.com/office/officeart/2005/8/layout/vList2"/>
    <dgm:cxn modelId="{9D97B526-9C78-4F43-B4A9-79ECBEC81898}" type="presParOf" srcId="{637D6ED7-AEF0-4D9D-9E7B-30E48E14A11A}" destId="{DBF3048A-3C97-43C2-A526-784618F9794E}" srcOrd="2" destOrd="0" presId="urn:microsoft.com/office/officeart/2005/8/layout/vList2"/>
    <dgm:cxn modelId="{E5426A67-AE22-47F6-85FF-9F29D8C7D7A5}" type="presParOf" srcId="{637D6ED7-AEF0-4D9D-9E7B-30E48E14A11A}" destId="{B1BF8611-DF8E-4ADE-A1A9-0EB422B340EC}" srcOrd="3" destOrd="0" presId="urn:microsoft.com/office/officeart/2005/8/layout/vList2"/>
    <dgm:cxn modelId="{8A8D7215-3992-45E7-8CCC-6C74E573E816}" type="presParOf" srcId="{637D6ED7-AEF0-4D9D-9E7B-30E48E14A11A}" destId="{12099492-C14C-49F3-A100-54C15C47A36B}" srcOrd="4" destOrd="0" presId="urn:microsoft.com/office/officeart/2005/8/layout/vList2"/>
    <dgm:cxn modelId="{5BD4D496-20EE-4B88-8DEE-448C482F1E8B}" type="presParOf" srcId="{637D6ED7-AEF0-4D9D-9E7B-30E48E14A11A}" destId="{874D517B-2A67-4D36-AA5F-5CE10953410D}" srcOrd="5" destOrd="0" presId="urn:microsoft.com/office/officeart/2005/8/layout/vList2"/>
    <dgm:cxn modelId="{77685A39-50E5-4D0D-9494-A2EB3F730AF8}" type="presParOf" srcId="{637D6ED7-AEF0-4D9D-9E7B-30E48E14A11A}" destId="{DE4832AE-09DD-433B-A1CE-CFC43BE81CE8}" srcOrd="6" destOrd="0" presId="urn:microsoft.com/office/officeart/2005/8/layout/vList2"/>
    <dgm:cxn modelId="{54072B3C-CFF7-4321-A885-F61862C71640}" type="presParOf" srcId="{637D6ED7-AEF0-4D9D-9E7B-30E48E14A11A}" destId="{835C0D33-6617-4AB4-96C3-D3599276AF7D}" srcOrd="7" destOrd="0" presId="urn:microsoft.com/office/officeart/2005/8/layout/vList2"/>
    <dgm:cxn modelId="{FBDFB557-1AC1-4DC5-A17F-F8B380D8A596}" type="presParOf" srcId="{637D6ED7-AEF0-4D9D-9E7B-30E48E14A11A}" destId="{0400E535-1660-4339-B111-B9BF858C6C70}" srcOrd="8" destOrd="0" presId="urn:microsoft.com/office/officeart/2005/8/layout/vList2"/>
    <dgm:cxn modelId="{40116FB3-6BB9-4663-96FE-B27C326E1999}" type="presParOf" srcId="{637D6ED7-AEF0-4D9D-9E7B-30E48E14A11A}" destId="{5FA9E2DB-4754-48CA-8A43-1529E309D627}" srcOrd="9" destOrd="0" presId="urn:microsoft.com/office/officeart/2005/8/layout/vList2"/>
    <dgm:cxn modelId="{B0C9C0F2-3CEE-4ACC-BAF1-DD8063451EDD}" type="presParOf" srcId="{637D6ED7-AEF0-4D9D-9E7B-30E48E14A11A}" destId="{7A600F0D-CF0A-4BC9-B8EF-05F03B164A96}" srcOrd="10" destOrd="0" presId="urn:microsoft.com/office/officeart/2005/8/layout/vList2"/>
    <dgm:cxn modelId="{5ADE809F-0EEC-49E3-B829-5D4E8949D4D8}" type="presParOf" srcId="{637D6ED7-AEF0-4D9D-9E7B-30E48E14A11A}" destId="{B4BC069B-2D42-48FB-B7E1-0F278EBB5E59}" srcOrd="11" destOrd="0" presId="urn:microsoft.com/office/officeart/2005/8/layout/vList2"/>
    <dgm:cxn modelId="{047CC763-A74E-471A-8CF9-76A7AB115A4F}" type="presParOf" srcId="{637D6ED7-AEF0-4D9D-9E7B-30E48E14A11A}" destId="{C4550413-4DF4-4C4B-844A-26F13F5033D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BE50C-BF88-4464-A93C-048D72830C81}">
      <dsp:nvSpPr>
        <dsp:cNvPr id="0" name=""/>
        <dsp:cNvSpPr/>
      </dsp:nvSpPr>
      <dsp:spPr>
        <a:xfrm>
          <a:off x="0" y="3695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Lana Vučen - voditelj</a:t>
          </a:r>
          <a:r>
            <a:rPr lang="hr-HR" sz="1800" kern="1200"/>
            <a:t>ca</a:t>
          </a:r>
          <a:r>
            <a:rPr lang="en-GB" sz="1800" kern="1200"/>
            <a:t>, frontend, dizajn</a:t>
          </a:r>
          <a:endParaRPr lang="en-US" sz="1800" kern="1200"/>
        </a:p>
      </dsp:txBody>
      <dsp:txXfrm>
        <a:off x="21075" y="58025"/>
        <a:ext cx="7246062" cy="389580"/>
      </dsp:txXfrm>
    </dsp:sp>
    <dsp:sp modelId="{DBF3048A-3C97-43C2-A526-784618F9794E}">
      <dsp:nvSpPr>
        <dsp:cNvPr id="0" name=""/>
        <dsp:cNvSpPr/>
      </dsp:nvSpPr>
      <dsp:spPr>
        <a:xfrm>
          <a:off x="0" y="52052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Mihaela Novak - dokumentacija</a:t>
          </a:r>
          <a:endParaRPr lang="en-US" sz="1800" kern="1200"/>
        </a:p>
      </dsp:txBody>
      <dsp:txXfrm>
        <a:off x="21075" y="541595"/>
        <a:ext cx="7246062" cy="389580"/>
      </dsp:txXfrm>
    </dsp:sp>
    <dsp:sp modelId="{12099492-C14C-49F3-A100-54C15C47A36B}">
      <dsp:nvSpPr>
        <dsp:cNvPr id="0" name=""/>
        <dsp:cNvSpPr/>
      </dsp:nvSpPr>
      <dsp:spPr>
        <a:xfrm>
          <a:off x="0" y="100409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Zvonimir Stracenski - frontend, dizajn</a:t>
          </a:r>
          <a:endParaRPr lang="en-US" sz="1800" kern="1200"/>
        </a:p>
      </dsp:txBody>
      <dsp:txXfrm>
        <a:off x="21075" y="1025165"/>
        <a:ext cx="7246062" cy="389580"/>
      </dsp:txXfrm>
    </dsp:sp>
    <dsp:sp modelId="{DE4832AE-09DD-433B-A1CE-CFC43BE81CE8}">
      <dsp:nvSpPr>
        <dsp:cNvPr id="0" name=""/>
        <dsp:cNvSpPr/>
      </dsp:nvSpPr>
      <dsp:spPr>
        <a:xfrm>
          <a:off x="0" y="148766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Jan Volenec - backend, baza podataka</a:t>
          </a:r>
          <a:endParaRPr lang="en-US" sz="1800" kern="1200"/>
        </a:p>
      </dsp:txBody>
      <dsp:txXfrm>
        <a:off x="21075" y="1508735"/>
        <a:ext cx="7246062" cy="389580"/>
      </dsp:txXfrm>
    </dsp:sp>
    <dsp:sp modelId="{0400E535-1660-4339-B111-B9BF858C6C70}">
      <dsp:nvSpPr>
        <dsp:cNvPr id="0" name=""/>
        <dsp:cNvSpPr/>
      </dsp:nvSpPr>
      <dsp:spPr>
        <a:xfrm>
          <a:off x="0" y="197123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Mislav Putarek - backend, baza podataka</a:t>
          </a:r>
          <a:endParaRPr lang="en-US" sz="1800" kern="1200"/>
        </a:p>
      </dsp:txBody>
      <dsp:txXfrm>
        <a:off x="21075" y="1992305"/>
        <a:ext cx="7246062" cy="389580"/>
      </dsp:txXfrm>
    </dsp:sp>
    <dsp:sp modelId="{7A600F0D-CF0A-4BC9-B8EF-05F03B164A96}">
      <dsp:nvSpPr>
        <dsp:cNvPr id="0" name=""/>
        <dsp:cNvSpPr/>
      </dsp:nvSpPr>
      <dsp:spPr>
        <a:xfrm>
          <a:off x="0" y="245480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Andrija Janušić - backend, baza podataka</a:t>
          </a:r>
          <a:endParaRPr lang="en-US" sz="1800" kern="1200"/>
        </a:p>
      </dsp:txBody>
      <dsp:txXfrm>
        <a:off x="21075" y="2475875"/>
        <a:ext cx="7246062" cy="389580"/>
      </dsp:txXfrm>
    </dsp:sp>
    <dsp:sp modelId="{C4550413-4DF4-4C4B-844A-26F13F5033DF}">
      <dsp:nvSpPr>
        <dsp:cNvPr id="0" name=""/>
        <dsp:cNvSpPr/>
      </dsp:nvSpPr>
      <dsp:spPr>
        <a:xfrm>
          <a:off x="0" y="2938370"/>
          <a:ext cx="7288212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Nikola Simunić - dokumentacija</a:t>
          </a:r>
          <a:endParaRPr lang="en-US" sz="1800" kern="1200"/>
        </a:p>
      </dsp:txBody>
      <dsp:txXfrm>
        <a:off x="21075" y="2959445"/>
        <a:ext cx="7246062" cy="389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8426" y="2533651"/>
            <a:ext cx="5676900" cy="3362324"/>
          </a:xfrm>
        </p:spPr>
        <p:txBody>
          <a:bodyPr anchor="ctr"/>
          <a:lstStyle/>
          <a:p>
            <a:pPr algn="ctr"/>
            <a:r>
              <a:rPr lang="hr-HR" sz="6000" dirty="0"/>
              <a:t>FLIPMEMO</a:t>
            </a:r>
            <a:br>
              <a:rPr lang="hr-HR" sz="5400" dirty="0"/>
            </a:br>
            <a:r>
              <a:rPr lang="hr-HR" sz="3200" dirty="0"/>
              <a:t>programsko inšinjerstvo</a:t>
            </a:r>
            <a:br>
              <a:rPr lang="hr-HR" sz="3200" dirty="0"/>
            </a:br>
            <a:r>
              <a:rPr lang="hr-HR" sz="3200" dirty="0"/>
              <a:t>FER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F6056-313C-D7DA-CF95-8B9769DDF683}"/>
              </a:ext>
            </a:extLst>
          </p:cNvPr>
          <p:cNvSpPr txBox="1"/>
          <p:nvPr/>
        </p:nvSpPr>
        <p:spPr>
          <a:xfrm>
            <a:off x="438150" y="5895975"/>
            <a:ext cx="1154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Lana Vučen, Mihaela Novak, Zvonimir Stracenski, Jan Volenec, Mislav Putarek, Andrija Janušić, Nikola Simunić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5FB5-FCA7-4BEB-EBD2-2B2009AF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201150"/>
            <a:ext cx="5848350" cy="1325563"/>
          </a:xfrm>
        </p:spPr>
        <p:txBody>
          <a:bodyPr/>
          <a:lstStyle/>
          <a:p>
            <a:r>
              <a:rPr lang="hr-HR" dirty="0"/>
              <a:t>Cilj i tema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0AABB22-9E47-6D97-6DDB-3CE58562CBE0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076451"/>
            <a:ext cx="4105275" cy="3605894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Web-aplikacija koja omogućava učenje odabranog stranog jezika te razvoj vokabulara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Prilagodba na brzinu učenja korisnika (posude)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Radi na principu tehnike učenja ponavljanja s odmakom</a:t>
            </a:r>
          </a:p>
          <a:p>
            <a:pPr marL="342900" indent="-342900" algn="l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9DC5-EEF8-1EB6-0CEF-0C7035AA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7F620AA-63E1-39D1-ECD4-0C2FA9D6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389" y="860341"/>
            <a:ext cx="5629275" cy="48220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04859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hr-HR" dirty="0"/>
              <a:t>TIM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2AF1823-AB3E-50CA-D424-A729D5320A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71238287"/>
              </p:ext>
            </p:extLst>
          </p:nvPr>
        </p:nvGraphicFramePr>
        <p:xfrm>
          <a:off x="1322388" y="2763078"/>
          <a:ext cx="7288212" cy="3407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2C39-9FA4-E89D-0BE2-64225A8F0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Funkcijski zahtjevi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61A991A-CDC0-E008-C009-E5F770C879F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Korisnik: kreiranje računa pomoću e-maila, mogućnost promjene lozinke, brisanje računa, prijava i odjava, igranje igre u 4 moda učenja, pregled statistike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Administrator: upravljanje riječnikom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Korijenski administrator: upravljanje ulogama</a:t>
            </a:r>
          </a:p>
          <a:p>
            <a:pPr marL="342900" indent="-342900" algn="l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D06B-1246-B6B1-E78E-906DE43A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3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EABF-C2BE-AD21-98BA-6DB634FA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Nefunkcijski zahtjevi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6DEBDD2-E8D0-AB46-C3C7-4B7D32D3421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Sustav koristi  OAuth2.0 autorizaciju korisnika</a:t>
            </a:r>
          </a:p>
          <a:p>
            <a:pPr marL="342900" indent="-342900" algn="l">
              <a:buFontTx/>
              <a:buChar char="-"/>
            </a:pPr>
            <a:r>
              <a:rPr lang="en-GB" dirty="0" err="1"/>
              <a:t>Sustav</a:t>
            </a:r>
            <a:r>
              <a:rPr lang="en-GB" dirty="0"/>
              <a:t> se </a:t>
            </a:r>
            <a:r>
              <a:rPr lang="en-GB" dirty="0" err="1"/>
              <a:t>treba</a:t>
            </a:r>
            <a:r>
              <a:rPr lang="en-GB" dirty="0"/>
              <a:t> </a:t>
            </a:r>
            <a:r>
              <a:rPr lang="en-GB" dirty="0" err="1"/>
              <a:t>pridržavati</a:t>
            </a:r>
            <a:r>
              <a:rPr lang="en-GB" dirty="0"/>
              <a:t> </a:t>
            </a:r>
            <a:r>
              <a:rPr lang="en-GB" dirty="0" err="1"/>
              <a:t>Opće</a:t>
            </a:r>
            <a:r>
              <a:rPr lang="en-GB" dirty="0"/>
              <a:t> </a:t>
            </a:r>
            <a:r>
              <a:rPr lang="en-GB" dirty="0" err="1"/>
              <a:t>uredbe</a:t>
            </a:r>
            <a:r>
              <a:rPr lang="en-GB" dirty="0"/>
              <a:t> o </a:t>
            </a:r>
            <a:r>
              <a:rPr lang="en-GB" dirty="0" err="1"/>
              <a:t>zaštiti</a:t>
            </a:r>
            <a:r>
              <a:rPr lang="en-GB" dirty="0"/>
              <a:t> </a:t>
            </a:r>
            <a:r>
              <a:rPr lang="en-GB" dirty="0" err="1"/>
              <a:t>osobnih</a:t>
            </a:r>
            <a:r>
              <a:rPr lang="en-GB" dirty="0"/>
              <a:t> </a:t>
            </a:r>
            <a:r>
              <a:rPr lang="en-GB" dirty="0" err="1"/>
              <a:t>podataka</a:t>
            </a:r>
            <a:endParaRPr lang="hr-HR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Vrijeme</a:t>
            </a:r>
            <a:r>
              <a:rPr lang="en-GB" dirty="0"/>
              <a:t> </a:t>
            </a:r>
            <a:r>
              <a:rPr lang="en-GB" dirty="0" err="1"/>
              <a:t>trajanja</a:t>
            </a:r>
            <a:r>
              <a:rPr lang="en-GB" dirty="0"/>
              <a:t> </a:t>
            </a:r>
            <a:r>
              <a:rPr lang="en-GB" dirty="0" err="1"/>
              <a:t>prve</a:t>
            </a:r>
            <a:r>
              <a:rPr lang="en-GB" dirty="0"/>
              <a:t> </a:t>
            </a:r>
            <a:r>
              <a:rPr lang="en-GB" dirty="0" err="1"/>
              <a:t>posude</a:t>
            </a:r>
            <a:r>
              <a:rPr lang="en-GB" dirty="0"/>
              <a:t> je </a:t>
            </a:r>
            <a:r>
              <a:rPr lang="en-GB" dirty="0" err="1"/>
              <a:t>jedan</a:t>
            </a:r>
            <a:r>
              <a:rPr lang="en-GB" dirty="0"/>
              <a:t> dan, </a:t>
            </a:r>
            <a:r>
              <a:rPr lang="en-GB" dirty="0" err="1"/>
              <a:t>druge</a:t>
            </a:r>
            <a:r>
              <a:rPr lang="en-GB" dirty="0"/>
              <a:t> </a:t>
            </a:r>
            <a:r>
              <a:rPr lang="en-GB" dirty="0" err="1"/>
              <a:t>posude</a:t>
            </a:r>
            <a:r>
              <a:rPr lang="en-GB" dirty="0"/>
              <a:t> </a:t>
            </a:r>
            <a:r>
              <a:rPr lang="en-GB" dirty="0" err="1"/>
              <a:t>dva</a:t>
            </a:r>
            <a:r>
              <a:rPr lang="en-GB" dirty="0"/>
              <a:t> dana, </a:t>
            </a:r>
            <a:r>
              <a:rPr lang="en-GB" dirty="0" err="1"/>
              <a:t>treće</a:t>
            </a:r>
            <a:r>
              <a:rPr lang="en-GB" dirty="0"/>
              <a:t> </a:t>
            </a:r>
            <a:r>
              <a:rPr lang="en-GB" dirty="0" err="1"/>
              <a:t>posude</a:t>
            </a:r>
            <a:r>
              <a:rPr lang="en-GB" dirty="0"/>
              <a:t> </a:t>
            </a:r>
            <a:r>
              <a:rPr lang="en-GB" dirty="0" err="1"/>
              <a:t>četiri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više</a:t>
            </a:r>
            <a:r>
              <a:rPr lang="en-GB" dirty="0"/>
              <a:t> dana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tako</a:t>
            </a:r>
            <a:r>
              <a:rPr lang="en-GB" dirty="0"/>
              <a:t> </a:t>
            </a:r>
            <a:r>
              <a:rPr lang="en-GB" dirty="0" err="1"/>
              <a:t>sve</a:t>
            </a:r>
            <a:r>
              <a:rPr lang="en-GB" dirty="0"/>
              <a:t> do </a:t>
            </a:r>
            <a:r>
              <a:rPr lang="en-GB" dirty="0" err="1"/>
              <a:t>posljednje</a:t>
            </a:r>
            <a:r>
              <a:rPr lang="en-GB" dirty="0"/>
              <a:t> </a:t>
            </a:r>
            <a:r>
              <a:rPr lang="en-GB" dirty="0" err="1"/>
              <a:t>posude</a:t>
            </a:r>
            <a:r>
              <a:rPr lang="en-GB" dirty="0"/>
              <a:t> (</a:t>
            </a:r>
            <a:r>
              <a:rPr lang="en-GB" dirty="0" err="1"/>
              <a:t>pete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šeste</a:t>
            </a:r>
            <a:r>
              <a:rPr lang="en-GB" dirty="0"/>
              <a:t>), </a:t>
            </a:r>
            <a:r>
              <a:rPr lang="en-GB" dirty="0" err="1"/>
              <a:t>čije</a:t>
            </a:r>
            <a:r>
              <a:rPr lang="en-GB" dirty="0"/>
              <a:t> je </a:t>
            </a:r>
            <a:r>
              <a:rPr lang="en-GB" dirty="0" err="1"/>
              <a:t>vrijeme</a:t>
            </a:r>
            <a:r>
              <a:rPr lang="en-GB" dirty="0"/>
              <a:t> </a:t>
            </a:r>
            <a:r>
              <a:rPr lang="en-GB" dirty="0" err="1"/>
              <a:t>trajanja</a:t>
            </a:r>
            <a:r>
              <a:rPr lang="en-GB" dirty="0"/>
              <a:t> </a:t>
            </a:r>
            <a:r>
              <a:rPr lang="en-GB" dirty="0" err="1"/>
              <a:t>nekoliko</a:t>
            </a:r>
            <a:r>
              <a:rPr lang="en-GB" dirty="0"/>
              <a:t> </a:t>
            </a:r>
            <a:r>
              <a:rPr lang="en-GB" dirty="0" err="1"/>
              <a:t>tjedana</a:t>
            </a:r>
            <a:r>
              <a:rPr lang="en-GB" dirty="0"/>
              <a:t> (max. 30 dana)</a:t>
            </a:r>
            <a:endParaRPr lang="hr-HR" dirty="0"/>
          </a:p>
          <a:p>
            <a:pPr marL="342900" indent="-342900" algn="l">
              <a:buFontTx/>
              <a:buChar char="-"/>
            </a:pPr>
            <a:r>
              <a:rPr lang="hr-HR" dirty="0"/>
              <a:t>Priručnik za rad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Sustav je oblikovan tako da omogućuje jednostavno održavanje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A9A42-B960-F6CD-3CEE-FA031585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52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5EE8-7A1A-71A5-94DE-844A3D86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637"/>
            <a:ext cx="10515600" cy="503457"/>
          </a:xfrm>
        </p:spPr>
        <p:txBody>
          <a:bodyPr/>
          <a:lstStyle/>
          <a:p>
            <a:r>
              <a:rPr lang="hr-HR" dirty="0"/>
              <a:t>Uml dijagram obrazaca uporabe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552BC9E-9382-85CD-E22B-036916E5FC6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7E2F7-D449-5718-FD75-171B0446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EA8B76F2-2556-3354-5E70-DA0B9891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789728"/>
            <a:ext cx="8402223" cy="60682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6742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1BEE-67AC-54A8-162C-66DD8322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Podsustavi / Arhitektura / tehnologije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1C7FEE0-16CB-0FAF-8D24-D145D66D124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1866900"/>
            <a:ext cx="10515600" cy="4489449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hr-HR" dirty="0"/>
              <a:t>Frontend – React.js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Backend – Node.js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Baza podataka – PostgresSQL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Komunikacija frontenda i backenda – Rest API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Izrada zvučnih zapisa iz teksta – Text-to-Speech API (Voice RSS)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Analiza zvučnog zapisa izgovora riječi – Scripted Speech Assessment API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Definiranje fraza riječi – Dictionary API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Snimanje glasa – MediaRecorder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Objava na poslužitelj – Render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Online baza podataka – Supabase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Arkitektura – MVC(</a:t>
            </a:r>
            <a:r>
              <a:rPr lang="en-GB" dirty="0"/>
              <a:t>Model–View–Controller)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DC23-05A0-19F1-E362-81496E81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3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81FA-E026-B819-9DCF-00AB5184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ispitivanje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4DA488-D01E-E53F-8EC6-0A462024439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762000" y="1997082"/>
            <a:ext cx="10598902" cy="3956044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I</a:t>
            </a:r>
            <a:r>
              <a:rPr lang="en-GB" dirty="0" err="1"/>
              <a:t>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1 – </a:t>
            </a:r>
            <a:r>
              <a:rPr lang="en-GB" dirty="0" err="1"/>
              <a:t>Redovni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: </a:t>
            </a:r>
            <a:r>
              <a:rPr lang="en-GB" dirty="0" err="1"/>
              <a:t>prijava</a:t>
            </a:r>
            <a:r>
              <a:rPr lang="en-GB" dirty="0"/>
              <a:t> </a:t>
            </a:r>
            <a:r>
              <a:rPr lang="en-GB" dirty="0" err="1"/>
              <a:t>korisnika</a:t>
            </a:r>
            <a:endParaRPr lang="hr-HR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Ispitni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2 – </a:t>
            </a:r>
            <a:r>
              <a:rPr lang="en-GB" dirty="0" err="1"/>
              <a:t>Rubni</a:t>
            </a:r>
            <a:r>
              <a:rPr lang="en-GB" dirty="0"/>
              <a:t> </a:t>
            </a:r>
            <a:r>
              <a:rPr lang="en-GB" dirty="0" err="1"/>
              <a:t>uvjet</a:t>
            </a:r>
            <a:r>
              <a:rPr lang="en-GB" dirty="0"/>
              <a:t>: </a:t>
            </a:r>
            <a:r>
              <a:rPr lang="en-GB" dirty="0" err="1"/>
              <a:t>registracija</a:t>
            </a:r>
            <a:r>
              <a:rPr lang="en-GB" dirty="0"/>
              <a:t> s </a:t>
            </a:r>
            <a:r>
              <a:rPr lang="en-GB" dirty="0" err="1"/>
              <a:t>prekratkim</a:t>
            </a:r>
            <a:r>
              <a:rPr lang="en-GB" dirty="0"/>
              <a:t> </a:t>
            </a:r>
            <a:r>
              <a:rPr lang="en-GB" dirty="0" err="1"/>
              <a:t>imenom</a:t>
            </a:r>
            <a:endParaRPr lang="hr-HR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Ispitni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3 – </a:t>
            </a:r>
            <a:r>
              <a:rPr lang="en-GB" dirty="0" err="1"/>
              <a:t>Izazivanje</a:t>
            </a:r>
            <a:r>
              <a:rPr lang="en-GB" dirty="0"/>
              <a:t> </a:t>
            </a:r>
            <a:r>
              <a:rPr lang="en-GB" dirty="0" err="1"/>
              <a:t>pogreške</a:t>
            </a:r>
            <a:r>
              <a:rPr lang="en-GB" dirty="0"/>
              <a:t>: </a:t>
            </a:r>
            <a:r>
              <a:rPr lang="en-GB" dirty="0" err="1"/>
              <a:t>promjena</a:t>
            </a:r>
            <a:r>
              <a:rPr lang="en-GB" dirty="0"/>
              <a:t> </a:t>
            </a:r>
            <a:r>
              <a:rPr lang="en-GB" dirty="0" err="1"/>
              <a:t>lozinke</a:t>
            </a:r>
            <a:r>
              <a:rPr lang="en-GB" dirty="0"/>
              <a:t> bez </a:t>
            </a:r>
            <a:r>
              <a:rPr lang="en-GB" dirty="0" err="1"/>
              <a:t>potvrde</a:t>
            </a:r>
            <a:endParaRPr lang="en-GB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Ispitni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4 – </a:t>
            </a:r>
            <a:r>
              <a:rPr lang="en-GB" dirty="0" err="1"/>
              <a:t>Redovni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: </a:t>
            </a:r>
            <a:r>
              <a:rPr lang="en-GB" dirty="0" err="1"/>
              <a:t>filtriranje</a:t>
            </a:r>
            <a:r>
              <a:rPr lang="en-GB" dirty="0"/>
              <a:t> </a:t>
            </a:r>
            <a:r>
              <a:rPr lang="en-GB" dirty="0" err="1"/>
              <a:t>riječi</a:t>
            </a:r>
            <a:r>
              <a:rPr lang="en-GB" dirty="0"/>
              <a:t> u </a:t>
            </a:r>
            <a:r>
              <a:rPr lang="en-GB" dirty="0" err="1"/>
              <a:t>igri</a:t>
            </a:r>
            <a:endParaRPr lang="en-GB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Ispitni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5 – </a:t>
            </a:r>
            <a:r>
              <a:rPr lang="en-GB" dirty="0" err="1"/>
              <a:t>Izazivanje</a:t>
            </a:r>
            <a:r>
              <a:rPr lang="en-GB" dirty="0"/>
              <a:t> </a:t>
            </a:r>
            <a:r>
              <a:rPr lang="en-GB" dirty="0" err="1"/>
              <a:t>pogreške</a:t>
            </a:r>
            <a:r>
              <a:rPr lang="en-GB" dirty="0"/>
              <a:t>: </a:t>
            </a:r>
            <a:r>
              <a:rPr lang="en-GB" dirty="0" err="1"/>
              <a:t>pokušaj</a:t>
            </a:r>
            <a:r>
              <a:rPr lang="en-GB" dirty="0"/>
              <a:t> </a:t>
            </a:r>
            <a:r>
              <a:rPr lang="en-GB" dirty="0" err="1"/>
              <a:t>igranja</a:t>
            </a:r>
            <a:r>
              <a:rPr lang="en-GB" dirty="0"/>
              <a:t> bez </a:t>
            </a:r>
            <a:r>
              <a:rPr lang="en-GB" dirty="0" err="1"/>
              <a:t>prijave</a:t>
            </a:r>
            <a:endParaRPr lang="en-GB" dirty="0"/>
          </a:p>
          <a:p>
            <a:pPr marL="342900" indent="-342900" algn="l">
              <a:buFontTx/>
              <a:buChar char="-"/>
            </a:pPr>
            <a:r>
              <a:rPr lang="en-GB" dirty="0" err="1"/>
              <a:t>Ispitni</a:t>
            </a:r>
            <a:r>
              <a:rPr lang="en-GB" dirty="0"/>
              <a:t> </a:t>
            </a:r>
            <a:r>
              <a:rPr lang="en-GB" dirty="0" err="1"/>
              <a:t>slučaj</a:t>
            </a:r>
            <a:r>
              <a:rPr lang="en-GB" dirty="0"/>
              <a:t> 6 – </a:t>
            </a:r>
            <a:r>
              <a:rPr lang="en-GB" dirty="0" err="1"/>
              <a:t>Nepostojeća</a:t>
            </a:r>
            <a:r>
              <a:rPr lang="en-GB" dirty="0"/>
              <a:t> </a:t>
            </a:r>
            <a:r>
              <a:rPr lang="en-GB" dirty="0" err="1"/>
              <a:t>funkcionalnost</a:t>
            </a:r>
            <a:r>
              <a:rPr lang="en-GB" dirty="0"/>
              <a:t>: </a:t>
            </a:r>
            <a:r>
              <a:rPr lang="en-GB" dirty="0" err="1"/>
              <a:t>poziv</a:t>
            </a:r>
            <a:r>
              <a:rPr lang="en-GB" dirty="0"/>
              <a:t> </a:t>
            </a:r>
            <a:r>
              <a:rPr lang="en-GB" dirty="0" err="1"/>
              <a:t>neimplementiranog</a:t>
            </a:r>
            <a:r>
              <a:rPr lang="en-GB" dirty="0"/>
              <a:t> API-</a:t>
            </a:r>
            <a:r>
              <a:rPr lang="en-GB" dirty="0" err="1"/>
              <a:t>ja</a:t>
            </a:r>
            <a:endParaRPr lang="en-GB" dirty="0"/>
          </a:p>
          <a:p>
            <a:pPr marL="342900" indent="-342900" algn="l">
              <a:buFontTx/>
              <a:buChar char="-"/>
            </a:pPr>
            <a:endParaRPr lang="en-GB" dirty="0"/>
          </a:p>
          <a:p>
            <a:pPr marL="342900" indent="-342900" algn="l">
              <a:buFontTx/>
              <a:buChar char="-"/>
            </a:pPr>
            <a:endParaRPr lang="en-GB" dirty="0"/>
          </a:p>
          <a:p>
            <a:pPr marL="342900" indent="-342900" algn="l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C2D46-6018-066F-AF80-0E2B802F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102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77C6-7BF3-49F6-06F7-E8167D44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Organizacija rada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843C8B7-8EE0-74FF-C881-6559BEF58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Komunikacija: Whatsapp, Discord</a:t>
            </a:r>
          </a:p>
          <a:p>
            <a:pPr marL="342900" indent="-342900" algn="l">
              <a:buFontTx/>
              <a:buChar char="-"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6329B-4178-DE67-D916-46C0CCC6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 descr="A grid of numbers and letters&#10;&#10;AI-generated content may be incorrect.">
            <a:extLst>
              <a:ext uri="{FF2B5EF4-FFF2-40B4-BE49-F238E27FC236}">
                <a16:creationId xmlns:a16="http://schemas.microsoft.com/office/drawing/2014/main" id="{E13D758A-4E47-8D82-06DF-F107DE289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57" y="2802129"/>
            <a:ext cx="9203085" cy="211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21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D698-381E-8D15-43F0-60905BC5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 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5EDD537-59CB-1AB8-68A5-F1A1B2D6AB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hr-HR" dirty="0"/>
              <a:t>Najveći izazov – rokovi, nove tehnologije, github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Pozitivno : stečeno znanje, rad u timu</a:t>
            </a:r>
          </a:p>
          <a:p>
            <a:pPr marL="342900" indent="-342900" algn="l">
              <a:buFontTx/>
              <a:buChar char="-"/>
            </a:pPr>
            <a:r>
              <a:rPr lang="hr-HR" dirty="0"/>
              <a:t>Negativno : popravljanje grešaka u zadnji trenutak</a:t>
            </a:r>
          </a:p>
          <a:p>
            <a:pPr marL="342900" indent="-342900" algn="l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E917E-89E8-FF72-86FE-958772DC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2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A0A4-293D-24BD-D778-9C2FCE41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1"/>
            <a:ext cx="5181600" cy="822106"/>
          </a:xfrm>
        </p:spPr>
        <p:txBody>
          <a:bodyPr/>
          <a:lstStyle/>
          <a:p>
            <a:r>
              <a:rPr lang="hr-HR" dirty="0"/>
              <a:t>Prijava/registracija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0365187-1391-5230-4884-94E75DC560F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4EC12-BCCF-0BF9-6E4D-14013BA0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 descr="A screenshot of a screen&#10;&#10;AI-generated content may be incorrect.">
            <a:extLst>
              <a:ext uri="{FF2B5EF4-FFF2-40B4-BE49-F238E27FC236}">
                <a16:creationId xmlns:a16="http://schemas.microsoft.com/office/drawing/2014/main" id="{BE897169-DD4C-BA21-6E3D-F0266CE2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51" y="1437710"/>
            <a:ext cx="3862405" cy="48661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Picture 7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4A18F948-664F-7B46-805C-F4C17DB51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15" y="1417393"/>
            <a:ext cx="3862405" cy="48864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C87B069-112C-B93D-A9DB-69ED01F7C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507" y="27733"/>
            <a:ext cx="4191585" cy="2295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150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9825-76AD-C90A-77F9-66928B635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Modovi učenja</a:t>
            </a:r>
            <a:endParaRPr lang="en-GB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94BB42-8645-56DA-07DA-DDD66CF56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88" r="-3" b="-3"/>
          <a:stretch>
            <a:fillRect/>
          </a:stretch>
        </p:blipFill>
        <p:spPr>
          <a:xfrm>
            <a:off x="838200" y="1881188"/>
            <a:ext cx="5067300" cy="4352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CFD836-EE78-6840-16C6-1F0162705BE8}"/>
              </a:ext>
            </a:extLst>
          </p:cNvPr>
          <p:cNvSpPr txBox="1"/>
          <p:nvPr/>
        </p:nvSpPr>
        <p:spPr>
          <a:xfrm>
            <a:off x="6286500" y="3076574"/>
            <a:ext cx="5067300" cy="3157157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800" b="0" i="0" kern="1200">
                <a:effectLst/>
              </a:rPr>
              <a:t>engleska riječ → hrvatski prijevod</a:t>
            </a:r>
          </a:p>
          <a:p>
            <a:pPr marL="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800" b="0" i="0" kern="1200">
                <a:effectLst/>
              </a:rPr>
              <a:t>hrvatska riječ → engleski prijevod</a:t>
            </a:r>
          </a:p>
          <a:p>
            <a:pPr marL="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800" b="0" i="0" kern="1200">
                <a:effectLst/>
              </a:rPr>
              <a:t>izgovor → pisanje riječi</a:t>
            </a:r>
          </a:p>
          <a:p>
            <a:pPr marL="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800" b="0" i="0" kern="1200">
                <a:effectLst/>
              </a:rPr>
              <a:t>tekst → izgovor riječi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DDBA034-D722-E5E9-8F8F-E580A7FD18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80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E3D2-1A26-2D2A-0926-84DB2544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499"/>
            <a:ext cx="4321629" cy="833158"/>
          </a:xfrm>
        </p:spPr>
        <p:txBody>
          <a:bodyPr/>
          <a:lstStyle/>
          <a:p>
            <a:r>
              <a:rPr lang="hr-HR" dirty="0"/>
              <a:t>igra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8CF6473-F196-99D3-8DD7-E8D1C71402F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861F7-56E4-929D-B2B9-B0801C39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65DCA1E9-D1BF-4EE3-B567-6CF951C1A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660089"/>
            <a:ext cx="7487695" cy="46107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ABFC7B2B-2322-9AD8-F07D-0C26F63E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174" y="560980"/>
            <a:ext cx="2333951" cy="15242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660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5F8A-CA71-B4D5-C006-4EA420D0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C672E78-D3C0-4E88-FF7B-9DAC56ECD4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160C0-DBA9-54C3-991D-EB78315E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38091544-7A2B-9A3D-DAA4-8F64A8C7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496"/>
            <a:ext cx="5858693" cy="4887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103A80AA-085F-63CC-D6D9-A47B2CA92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406" y="985496"/>
            <a:ext cx="4350394" cy="4887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6402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7B46-2361-3364-5738-8E65E15D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57"/>
            <a:ext cx="4038600" cy="721170"/>
          </a:xfrm>
        </p:spPr>
        <p:txBody>
          <a:bodyPr/>
          <a:lstStyle/>
          <a:p>
            <a:r>
              <a:rPr lang="hr-HR" dirty="0"/>
              <a:t>profil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F2F41F17-A9E4-A607-7CEC-F299344DEBA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2F9B5-C1FF-193A-D92F-90C124AB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6936AE-8393-CD2A-6893-6514D6E3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978628"/>
            <a:ext cx="10906125" cy="561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1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C3C56-6413-571D-F863-45D7D84A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60428F0A-02BD-AC4C-2F3A-C1E48AB9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34" y="214208"/>
            <a:ext cx="3033898" cy="62200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BDAE80-24F9-2051-A405-B44E2DC8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584" y="214208"/>
            <a:ext cx="3267531" cy="23244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71E9D9-F3C8-0CEE-4732-E16FB7817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992" y="214208"/>
            <a:ext cx="2219635" cy="1800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7D289A3A-252E-9A69-912B-FAE2BD5AD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575" y="3896862"/>
            <a:ext cx="4277322" cy="1371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770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D0F5-EEC4-412F-402B-54876177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6685784-9692-5B2D-B32E-1513455142A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4055D-3D3A-A880-49A6-BE6920F3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AFA3AFC5-0B7A-E60E-F2B6-954CA5F4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76" y="61442"/>
            <a:ext cx="3620005" cy="67351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805217-8AC3-8D52-49C3-7B8DB846D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04" y="61442"/>
            <a:ext cx="4387446" cy="67351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4044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B5B9-C80D-2E4D-5D8C-D47C9D39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468AC-03C5-3A87-C388-585B30A5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6451B9-AA8A-B6A9-E412-93376E2B7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333207"/>
            <a:ext cx="4248743" cy="4191585"/>
          </a:xfrm>
          <a:prstGeom prst="rect">
            <a:avLst/>
          </a:prstGeom>
        </p:spPr>
      </p:pic>
      <p:pic>
        <p:nvPicPr>
          <p:cNvPr id="13" name="Picture 12" descr="A screenshot of a yellow box&#10;&#10;AI-generated content may be incorrect.">
            <a:extLst>
              <a:ext uri="{FF2B5EF4-FFF2-40B4-BE49-F238E27FC236}">
                <a16:creationId xmlns:a16="http://schemas.microsoft.com/office/drawing/2014/main" id="{73D7D89F-2C52-4B65-3D0E-F0293313F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464" y="2093673"/>
            <a:ext cx="5235185" cy="267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92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FB0B-2F43-41A9-4100-ACE64556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A61C7-4427-E441-407A-262DF72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Table Placeholder 4" descr="A table with many different colored boxes&#10;&#10;AI-generated content may be incorrect.">
            <a:extLst>
              <a:ext uri="{FF2B5EF4-FFF2-40B4-BE49-F238E27FC236}">
                <a16:creationId xmlns:a16="http://schemas.microsoft.com/office/drawing/2014/main" id="{94552315-A781-8BAB-EE66-7B1A04F48A87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2"/>
          <a:stretch>
            <a:fillRect/>
          </a:stretch>
        </p:blipFill>
        <p:spPr>
          <a:xfrm>
            <a:off x="3026847" y="759086"/>
            <a:ext cx="6138306" cy="53398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952483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{42317E09-E920-41DE-90D0-270C3CB6D6A7}TF7521aafa-c748-4c40-a498-ba511be234dc5b1b6097_win32-5039330bb2f3</Template>
  <TotalTime>295</TotalTime>
  <Words>432</Words>
  <Application>Microsoft Office PowerPoint</Application>
  <PresentationFormat>Widescreen</PresentationFormat>
  <Paragraphs>79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Custom</vt:lpstr>
      <vt:lpstr>FLIPMEMO programsko inšinjerstvo FER</vt:lpstr>
      <vt:lpstr>Cilj i tema</vt:lpstr>
      <vt:lpstr>TIM</vt:lpstr>
      <vt:lpstr>Funkcijski zahtjevi</vt:lpstr>
      <vt:lpstr>Nefunkcijski zahtjevi</vt:lpstr>
      <vt:lpstr>Uml dijagram obrazaca uporabe</vt:lpstr>
      <vt:lpstr>Podsustavi / Arhitektura / tehnologije</vt:lpstr>
      <vt:lpstr>ispitivanje</vt:lpstr>
      <vt:lpstr>Organizacija rada</vt:lpstr>
      <vt:lpstr>Zaključak </vt:lpstr>
      <vt:lpstr>Prijava/registracija</vt:lpstr>
      <vt:lpstr>Modovi učenja</vt:lpstr>
      <vt:lpstr>igra</vt:lpstr>
      <vt:lpstr>PowerPoint Presentation</vt:lpstr>
      <vt:lpstr>profil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Lana Vučen</dc:creator>
  <cp:lastModifiedBy>Lana Vučen</cp:lastModifiedBy>
  <cp:revision>1</cp:revision>
  <dcterms:created xsi:type="dcterms:W3CDTF">2026-01-23T11:54:04Z</dcterms:created>
  <dcterms:modified xsi:type="dcterms:W3CDTF">2026-01-23T16:49:55Z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